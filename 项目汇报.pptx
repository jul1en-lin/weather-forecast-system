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大语言模型气象业务应用平台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Vue 3 + FastAPI 的智能气象问答系统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面向气象业务的大语言模型智能应用平台，采用前后端分离架构，提供智能气象问答对话界面。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智能对话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 · SSE流式输出 · 4模型可选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82880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气象术语库 · 预警信号库 · SQL注入Prompt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天气实时查询 · 气象预警查询 · API增强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474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474720"/>
            <a:ext cx="73152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· 切换 · 重命名 · 删除 · 历史持久化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474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3474720"/>
            <a:ext cx="73152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Session-Cookie 登录认证 · 状态持久化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TypeScript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API，严格模式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状态管理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history 模式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CSS（Apple 风格）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(Python &gt;= 3.10)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+ MySQL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多模型编排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/ DeepSeek / MiniMax / Ollama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QWeather API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智能对话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个模型可选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知识库增强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气象术语库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注入 Prompt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动态日期注入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天气实时查询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气象预警查询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搜索增强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QWeather API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(Vue 3 SPA)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登录/对话界面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状态管理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持久化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237744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411480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657600" cy="2011680"/>
          </a:xfrm>
          <a:prstGeom prst="rect">
            <a:avLst/>
          </a:prstGeom>
          <a:solidFill>
            <a:srgbClr val="E0F7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(FastAPI)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模型编排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知识库检索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天气/预警工具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持久化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840480"/>
            <a:ext cx="457200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API：Moonshot · DeepSeek · MiniMax · Ollama · Tavily · QWeather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0" cy="4572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58000" y="3383280"/>
            <a:ext cx="0" cy="4572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0" y="3840480"/>
            <a:ext cx="1828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已实现功能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用户登录 / 登出（Session-Cookie）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智能助手对话界面（流式输出）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 + 代码高亮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多模型切换（4 个模型）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对话历史管理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气象术语知识库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预警信号知识库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天气查询工具（Tavily）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实时预警查询（QWeather）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响应式布局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大语言模型气象业务应用平台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大语言模型气象业务应用平台</dc:title>
  <dc:subject>项目汇报</dc:subject>
  <dc:creator>Jul1en_lin</dc:creator>
  <cp:lastModifiedBy>Jul1en_lin</cp:lastModifiedBy>
  <cp:revision>1</cp:revision>
  <dcterms:created xsi:type="dcterms:W3CDTF">2026-04-24T17:28:23Z</dcterms:created>
  <dcterms:modified xsi:type="dcterms:W3CDTF">2026-04-24T17:28:23Z</dcterms:modified>
</cp:coreProperties>
</file>